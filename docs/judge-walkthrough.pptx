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Petak: judge user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A guided tour of the prepared account, specialist dashboards, tasks and new captures.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76272"/>
            <a:ext cx="75438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2468880"/>
            <a:ext cx="39319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21A391"/>
                </a:solidFill>
                <a:latin typeface="Avenir Next"/>
              </a:defRPr>
            </a:pPr>
            <a:r>
              <a:t>Start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07792"/>
            <a:ext cx="6903720" cy="18653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900" b="1">
                <a:solidFill>
                  <a:srgbClr val="21232B"/>
                </a:solidFill>
                <a:latin typeface="Avenir Next"/>
              </a:defRPr>
            </a:pPr>
            <a:r>
              <a:t>Open a conversation.</a:t>
            </a:r>
            <a:br/>
            <a:r>
              <a:t>Check a saved record.</a:t>
            </a:r>
            <a:br/>
            <a:r>
              <a:t>Try a photo.</a:t>
            </a:r>
          </a:p>
        </p:txBody>
      </p:sp>
      <p:pic>
        <p:nvPicPr>
          <p:cNvPr id="15" name="Picture 14" descr="ollie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779776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12480" y="3483864"/>
            <a:ext cx="7589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200" b="1">
                <a:solidFill>
                  <a:srgbClr val="21232B"/>
                </a:solidFill>
                <a:latin typeface="Avenir Next"/>
              </a:defRPr>
            </a:pPr>
            <a:r>
              <a:t>Ollie</a:t>
            </a:r>
          </a:p>
        </p:txBody>
      </p:sp>
      <p:pic>
        <p:nvPicPr>
          <p:cNvPr id="17" name="Picture 16" descr="penny_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744" y="2779776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336024" y="3483864"/>
            <a:ext cx="7589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200" b="1">
                <a:solidFill>
                  <a:srgbClr val="21232B"/>
                </a:solidFill>
                <a:latin typeface="Avenir Next"/>
              </a:defRPr>
            </a:pPr>
            <a:r>
              <a:t>Penny</a:t>
            </a:r>
          </a:p>
        </p:txBody>
      </p:sp>
      <p:pic>
        <p:nvPicPr>
          <p:cNvPr id="19" name="Picture 18" descr="milo_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5288" y="2779776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259567" y="3483864"/>
            <a:ext cx="7589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200" b="1">
                <a:solidFill>
                  <a:srgbClr val="21232B"/>
                </a:solidFill>
                <a:latin typeface="Avenir Next"/>
              </a:defRPr>
            </a:pPr>
            <a:r>
              <a:t>Milo</a:t>
            </a:r>
          </a:p>
        </p:txBody>
      </p:sp>
      <p:pic>
        <p:nvPicPr>
          <p:cNvPr id="21" name="Picture 20" descr="mira_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8832" y="2779776"/>
            <a:ext cx="640080" cy="6400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183111" y="3483864"/>
            <a:ext cx="7589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200" b="1">
                <a:solidFill>
                  <a:srgbClr val="21232B"/>
                </a:solidFill>
                <a:latin typeface="Avenir Next"/>
              </a:defRPr>
            </a:pPr>
            <a:r>
              <a:t>Mira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7" y="587959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1207" y="587959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971031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Use the private QA build and reviewer credentials provided with the submission.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1  Open the prepared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The shared reviewer account already contains examples for every active specialist.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Install /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the Petak QA build supplied in the private judge access instructions.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Sign 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Use the reviewer sign-in details supplied separately. The public repository contains no password.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Check the home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Start in Chat. Ollie, Penny, Milo and Mira should already be available.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Shared account: any new messages or edits may be visible to other judges.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2  Know where to 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Chat is the front door. The board and dashboards show the saved result.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94560"/>
            <a:ext cx="2660904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94560"/>
            <a:ext cx="2660904" cy="64008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lie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1" y="2450592"/>
            <a:ext cx="850392" cy="8503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3447288"/>
            <a:ext cx="2286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200" b="1">
                <a:solidFill>
                  <a:srgbClr val="21232B"/>
                </a:solidFill>
                <a:latin typeface="Avenir Next"/>
              </a:defRPr>
            </a:pPr>
            <a:r>
              <a:t>Ollie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3968496"/>
            <a:ext cx="2240280" cy="10607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0">
                <a:solidFill>
                  <a:srgbClr val="21232B"/>
                </a:solidFill>
                <a:latin typeface="Avenir Next"/>
              </a:defRPr>
            </a:pPr>
            <a:r>
              <a:t>Chat routes your input through Ollie. The Ollie menu item opens the task board.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46704" y="2194560"/>
            <a:ext cx="2660904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46704" y="2194560"/>
            <a:ext cx="2660904" cy="64008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enny_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384" y="2450592"/>
            <a:ext cx="850392" cy="8503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29584" y="3447288"/>
            <a:ext cx="2286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200" b="1">
                <a:solidFill>
                  <a:srgbClr val="21232B"/>
                </a:solidFill>
                <a:latin typeface="Avenir Next"/>
              </a:defRPr>
            </a:pPr>
            <a:r>
              <a:t>Penny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7016" y="3968496"/>
            <a:ext cx="2240280" cy="10607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0">
                <a:solidFill>
                  <a:srgbClr val="21232B"/>
                </a:solidFill>
                <a:latin typeface="Avenir Next"/>
              </a:defRPr>
            </a:pPr>
            <a:r>
              <a:t>Spending history and the Penny dashboard.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194560"/>
            <a:ext cx="2660904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2194560"/>
            <a:ext cx="2660904" cy="64008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lo_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2450592"/>
            <a:ext cx="850392" cy="85039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45936" y="3447288"/>
            <a:ext cx="2286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200" b="1">
                <a:solidFill>
                  <a:srgbClr val="21232B"/>
                </a:solidFill>
                <a:latin typeface="Avenir Next"/>
              </a:defRPr>
            </a:pPr>
            <a:r>
              <a:t>Milo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3968496"/>
            <a:ext cx="2240280" cy="10607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0">
                <a:solidFill>
                  <a:srgbClr val="21232B"/>
                </a:solidFill>
                <a:latin typeface="Avenir Next"/>
              </a:defRPr>
            </a:pPr>
            <a:r>
              <a:t>Food log and the Milo dashboard.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9408" y="2194560"/>
            <a:ext cx="2660904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9408" y="2194560"/>
            <a:ext cx="2660904" cy="64008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ira_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8088" y="2450592"/>
            <a:ext cx="850392" cy="85039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162288" y="3447288"/>
            <a:ext cx="2286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200" b="1">
                <a:solidFill>
                  <a:srgbClr val="21232B"/>
                </a:solidFill>
                <a:latin typeface="Avenir Next"/>
              </a:defRPr>
            </a:pPr>
            <a:r>
              <a:t>Mira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3968496"/>
            <a:ext cx="2240280" cy="10607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0">
                <a:solidFill>
                  <a:srgbClr val="21232B"/>
                </a:solidFill>
                <a:latin typeface="Avenir Next"/>
              </a:defRPr>
            </a:pPr>
            <a:r>
              <a:t>Journal entries and the Mira dashboard.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Use the menu to open Ollie's board or the Penny, Milo and Mira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3  Compare a prepared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600">
                <a:solidFill>
                  <a:srgbClr val="5B5E67"/>
                </a:solidFill>
                <a:latin typeface="Avenir Next"/>
              </a:defRPr>
            </a:pPr>
            <a:r>
              <a:t>Open Milo and Penny from the menu. Set Custom to include 4 October 2026.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76272"/>
            <a:ext cx="5349240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76272"/>
            <a:ext cx="5349240" cy="64008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05456"/>
            <a:ext cx="4754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500" b="1">
                <a:solidFill>
                  <a:srgbClr val="E86F56"/>
                </a:solidFill>
                <a:latin typeface="Avenir Next"/>
              </a:defRPr>
            </a:pPr>
            <a:r>
              <a:t>MILO · FOOD 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44368"/>
            <a:ext cx="4663440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500" b="1">
                <a:solidFill>
                  <a:srgbClr val="21232B"/>
                </a:solidFill>
                <a:latin typeface="Avenir Next"/>
              </a:defRPr>
            </a:pPr>
            <a:r>
              <a:t>4 October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675887"/>
            <a:ext cx="4663440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0">
                <a:solidFill>
                  <a:srgbClr val="21232B"/>
                </a:solidFill>
                <a:latin typeface="Avenir Next"/>
              </a:defRPr>
            </a:pPr>
            <a:r>
              <a:t>Sandwich and coffee</a:t>
            </a:r>
            <a:br/>
            <a:r>
              <a:t>from Corner Bakery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176272"/>
            <a:ext cx="5349240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176272"/>
            <a:ext cx="5349240" cy="64008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754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500" b="1">
                <a:solidFill>
                  <a:srgbClr val="DFA538"/>
                </a:solidFill>
                <a:latin typeface="Avenir Next"/>
              </a:defRPr>
            </a:pPr>
            <a:r>
              <a:t>PENNY · SPENDING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944368"/>
            <a:ext cx="4663440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500" b="1">
                <a:solidFill>
                  <a:srgbClr val="21232B"/>
                </a:solidFill>
                <a:latin typeface="Avenir Next"/>
              </a:defRPr>
            </a:pPr>
            <a:r>
              <a:t>4 October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675887"/>
            <a:ext cx="4663440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0">
                <a:solidFill>
                  <a:srgbClr val="21232B"/>
                </a:solidFill>
                <a:latin typeface="Avenir Next"/>
              </a:defRPr>
            </a:pPr>
            <a:r>
              <a:t>Corner Bakery expense</a:t>
            </a:r>
            <a:br/>
            <a:r>
              <a:t>S$9.60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1207" y="5852160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1207" y="5852160"/>
            <a:ext cx="73152" cy="438912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43600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These are aligned text examples. They are not a linked receipt-and-meal photo pair.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4  Try a new food receipt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Use a sample receipt with no personal information.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Attach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In Chat, tap the paperclip and choose “From your photos”. Select a clear sample receipt.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Add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Type a short caption, for example: “Lunch receipt. I ate the sandwich and drank the coffee.”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Send &amp;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Send once. Read the replies, then check Penny's saved expense. If Milo saves a meal too, inspect his food log.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A receipt can inform more than one specialist; check what was actually saved before concluding.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5  Try a separate meal 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The prepared Milo food log already includes one photo example.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Pick a meal photo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Use the camera button or attach a sample food photo from your library.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Write a caption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For example: “I ate chicken porridge and a soft-boiled egg.” The photo and text send together.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Check Milo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Read Milo’s reply and check whether a food entry was saved. Correct a detail in Chat if needed.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Photo processing may take a moment. Exact replies and records depend on the image and context.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6  Verify actual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Judge the saved state as well as the conversation.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Penny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Penny’s dashboard. Check whether a new expense appears, then inspect merchant, amount and date.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Milo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Milo’s food log. Check whether the meal appears and whether photo evidence is available.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Ask in Chat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Return to Chat and ask “How much did I spend today?” Compare the reply with saved records.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For implementation details, see docs/architecture.md and docs/api-contract.md in the public repo.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FEATURE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Ollie and Mira: tasks and journal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Explore two more ways to revisit work created from conversations.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Ollie's 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the menu and tap Ollie. Filter tasks by date or status, then tap a task to return to its conversation.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Mira's journal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Mira from the menu. Use the date range, feeling chips or search to find a prepared entry.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If time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The menu also shows Coins, Your neighbours and Settings. The attachment sheet shows the photo allowance.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The supplied video shows the full product story; use this manual to check saved outcomes in the app.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